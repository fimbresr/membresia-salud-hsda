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1" r:id="rId3"/>
    <p:sldId id="263" r:id="rId4"/>
    <p:sldId id="284" r:id="rId5"/>
  </p:sldIdLst>
  <p:sldSz cx="3067050" cy="1951038"/>
  <p:notesSz cx="1493838" cy="26098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00" autoAdjust="0"/>
    <p:restoredTop sz="94660"/>
  </p:normalViewPr>
  <p:slideViewPr>
    <p:cSldViewPr snapToGrid="0">
      <p:cViewPr varScale="1">
        <p:scale>
          <a:sx n="227" d="100"/>
          <a:sy n="227" d="100"/>
        </p:scale>
        <p:origin x="147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lvia Peña Guzman" userId="35331990-7c95-4586-bb75-ba5411fab683" providerId="ADAL" clId="{F86B06FF-098C-4286-8272-2AC9956A03B7}"/>
    <pc:docChg chg="undo custSel modSld">
      <pc:chgData name="Sylvia Peña Guzman" userId="35331990-7c95-4586-bb75-ba5411fab683" providerId="ADAL" clId="{F86B06FF-098C-4286-8272-2AC9956A03B7}" dt="2024-08-26T23:44:15.942" v="346" actId="255"/>
      <pc:docMkLst>
        <pc:docMk/>
      </pc:docMkLst>
      <pc:sldChg chg="modSp mod">
        <pc:chgData name="Sylvia Peña Guzman" userId="35331990-7c95-4586-bb75-ba5411fab683" providerId="ADAL" clId="{F86B06FF-098C-4286-8272-2AC9956A03B7}" dt="2024-08-26T18:03:48.055" v="204" actId="20577"/>
        <pc:sldMkLst>
          <pc:docMk/>
          <pc:sldMk cId="2610591342" sldId="257"/>
        </pc:sldMkLst>
        <pc:spChg chg="mod">
          <ac:chgData name="Sylvia Peña Guzman" userId="35331990-7c95-4586-bb75-ba5411fab683" providerId="ADAL" clId="{F86B06FF-098C-4286-8272-2AC9956A03B7}" dt="2024-08-26T18:01:38.289" v="190" actId="20577"/>
          <ac:spMkLst>
            <pc:docMk/>
            <pc:sldMk cId="2610591342" sldId="257"/>
            <ac:spMk id="7" creationId="{AE38E5BA-9DC9-4CE0-1638-221761E76230}"/>
          </ac:spMkLst>
        </pc:spChg>
        <pc:spChg chg="mod">
          <ac:chgData name="Sylvia Peña Guzman" userId="35331990-7c95-4586-bb75-ba5411fab683" providerId="ADAL" clId="{F86B06FF-098C-4286-8272-2AC9956A03B7}" dt="2024-08-26T18:03:43.062" v="196" actId="20577"/>
          <ac:spMkLst>
            <pc:docMk/>
            <pc:sldMk cId="2610591342" sldId="257"/>
            <ac:spMk id="8" creationId="{C5126201-0D5C-3382-E439-69CC1A70E097}"/>
          </ac:spMkLst>
        </pc:spChg>
        <pc:spChg chg="mod">
          <ac:chgData name="Sylvia Peña Guzman" userId="35331990-7c95-4586-bb75-ba5411fab683" providerId="ADAL" clId="{F86B06FF-098C-4286-8272-2AC9956A03B7}" dt="2024-08-26T18:03:48.055" v="204" actId="20577"/>
          <ac:spMkLst>
            <pc:docMk/>
            <pc:sldMk cId="2610591342" sldId="257"/>
            <ac:spMk id="9" creationId="{03419EA7-5ED6-6EF9-EFC8-FED3E5575585}"/>
          </ac:spMkLst>
        </pc:spChg>
      </pc:sldChg>
      <pc:sldChg chg="modSp mod">
        <pc:chgData name="Sylvia Peña Guzman" userId="35331990-7c95-4586-bb75-ba5411fab683" providerId="ADAL" clId="{F86B06FF-098C-4286-8272-2AC9956A03B7}" dt="2024-08-26T23:44:15.942" v="346" actId="255"/>
        <pc:sldMkLst>
          <pc:docMk/>
          <pc:sldMk cId="133273263" sldId="262"/>
        </pc:sldMkLst>
        <pc:spChg chg="mod">
          <ac:chgData name="Sylvia Peña Guzman" userId="35331990-7c95-4586-bb75-ba5411fab683" providerId="ADAL" clId="{F86B06FF-098C-4286-8272-2AC9956A03B7}" dt="2024-08-26T23:44:15.942" v="346" actId="255"/>
          <ac:spMkLst>
            <pc:docMk/>
            <pc:sldMk cId="133273263" sldId="262"/>
            <ac:spMk id="2" creationId="{8CC30D75-9D5E-FD38-8B7D-CCA154714F7B}"/>
          </ac:spMkLst>
        </pc:spChg>
        <pc:spChg chg="mod">
          <ac:chgData name="Sylvia Peña Guzman" userId="35331990-7c95-4586-bb75-ba5411fab683" providerId="ADAL" clId="{F86B06FF-098C-4286-8272-2AC9956A03B7}" dt="2024-08-26T23:29:42.013" v="234" actId="20577"/>
          <ac:spMkLst>
            <pc:docMk/>
            <pc:sldMk cId="133273263" sldId="262"/>
            <ac:spMk id="8" creationId="{C5126201-0D5C-3382-E439-69CC1A70E097}"/>
          </ac:spMkLst>
        </pc:spChg>
        <pc:spChg chg="mod">
          <ac:chgData name="Sylvia Peña Guzman" userId="35331990-7c95-4586-bb75-ba5411fab683" providerId="ADAL" clId="{F86B06FF-098C-4286-8272-2AC9956A03B7}" dt="2024-08-26T23:29:51.693" v="255" actId="20577"/>
          <ac:spMkLst>
            <pc:docMk/>
            <pc:sldMk cId="133273263" sldId="262"/>
            <ac:spMk id="9" creationId="{03419EA7-5ED6-6EF9-EFC8-FED3E5575585}"/>
          </ac:spMkLst>
        </pc:spChg>
      </pc:sldChg>
    </pc:docChg>
  </pc:docChgLst>
  <pc:docChgLst>
    <pc:chgData name="Sylvia Peña Guzman" userId="35331990-7c95-4586-bb75-ba5411fab683" providerId="ADAL" clId="{9C98816C-381C-4627-A276-8DF0CCDA365D}"/>
    <pc:docChg chg="undo custSel modSld">
      <pc:chgData name="Sylvia Peña Guzman" userId="35331990-7c95-4586-bb75-ba5411fab683" providerId="ADAL" clId="{9C98816C-381C-4627-A276-8DF0CCDA365D}" dt="2024-06-14T01:28:54.959" v="1435" actId="20577"/>
      <pc:docMkLst>
        <pc:docMk/>
      </pc:docMkLst>
      <pc:sldChg chg="modSp mod">
        <pc:chgData name="Sylvia Peña Guzman" userId="35331990-7c95-4586-bb75-ba5411fab683" providerId="ADAL" clId="{9C98816C-381C-4627-A276-8DF0CCDA365D}" dt="2024-06-10T23:19:18.937" v="1247" actId="20577"/>
        <pc:sldMkLst>
          <pc:docMk/>
          <pc:sldMk cId="2610591342" sldId="257"/>
        </pc:sldMkLst>
        <pc:spChg chg="mod">
          <ac:chgData name="Sylvia Peña Guzman" userId="35331990-7c95-4586-bb75-ba5411fab683" providerId="ADAL" clId="{9C98816C-381C-4627-A276-8DF0CCDA365D}" dt="2024-06-10T23:19:16.279" v="1245" actId="20577"/>
          <ac:spMkLst>
            <pc:docMk/>
            <pc:sldMk cId="2610591342" sldId="257"/>
            <ac:spMk id="7" creationId="{AE38E5BA-9DC9-4CE0-1638-221761E76230}"/>
          </ac:spMkLst>
        </pc:spChg>
        <pc:spChg chg="mod">
          <ac:chgData name="Sylvia Peña Guzman" userId="35331990-7c95-4586-bb75-ba5411fab683" providerId="ADAL" clId="{9C98816C-381C-4627-A276-8DF0CCDA365D}" dt="2024-06-10T23:19:18.937" v="1247" actId="20577"/>
          <ac:spMkLst>
            <pc:docMk/>
            <pc:sldMk cId="2610591342" sldId="257"/>
            <ac:spMk id="8" creationId="{C5126201-0D5C-3382-E439-69CC1A70E097}"/>
          </ac:spMkLst>
        </pc:spChg>
        <pc:spChg chg="mod">
          <ac:chgData name="Sylvia Peña Guzman" userId="35331990-7c95-4586-bb75-ba5411fab683" providerId="ADAL" clId="{9C98816C-381C-4627-A276-8DF0CCDA365D}" dt="2024-06-10T23:12:03.541" v="1182" actId="20577"/>
          <ac:spMkLst>
            <pc:docMk/>
            <pc:sldMk cId="2610591342" sldId="257"/>
            <ac:spMk id="9" creationId="{03419EA7-5ED6-6EF9-EFC8-FED3E5575585}"/>
          </ac:spMkLst>
        </pc:spChg>
      </pc:sldChg>
      <pc:sldChg chg="modSp mod">
        <pc:chgData name="Sylvia Peña Guzman" userId="35331990-7c95-4586-bb75-ba5411fab683" providerId="ADAL" clId="{9C98816C-381C-4627-A276-8DF0CCDA365D}" dt="2024-06-14T01:28:54.959" v="1435" actId="20577"/>
        <pc:sldMkLst>
          <pc:docMk/>
          <pc:sldMk cId="133273263" sldId="262"/>
        </pc:sldMkLst>
        <pc:spChg chg="mod">
          <ac:chgData name="Sylvia Peña Guzman" userId="35331990-7c95-4586-bb75-ba5411fab683" providerId="ADAL" clId="{9C98816C-381C-4627-A276-8DF0CCDA365D}" dt="2024-06-14T01:28:54.959" v="1435" actId="20577"/>
          <ac:spMkLst>
            <pc:docMk/>
            <pc:sldMk cId="133273263" sldId="262"/>
            <ac:spMk id="2" creationId="{8CC30D75-9D5E-FD38-8B7D-CCA154714F7B}"/>
          </ac:spMkLst>
        </pc:spChg>
        <pc:spChg chg="mod">
          <ac:chgData name="Sylvia Peña Guzman" userId="35331990-7c95-4586-bb75-ba5411fab683" providerId="ADAL" clId="{9C98816C-381C-4627-A276-8DF0CCDA365D}" dt="2024-06-14T01:17:13.644" v="1275" actId="20577"/>
          <ac:spMkLst>
            <pc:docMk/>
            <pc:sldMk cId="133273263" sldId="262"/>
            <ac:spMk id="8" creationId="{C5126201-0D5C-3382-E439-69CC1A70E097}"/>
          </ac:spMkLst>
        </pc:spChg>
        <pc:spChg chg="mod">
          <ac:chgData name="Sylvia Peña Guzman" userId="35331990-7c95-4586-bb75-ba5411fab683" providerId="ADAL" clId="{9C98816C-381C-4627-A276-8DF0CCDA365D}" dt="2024-06-14T01:17:20.014" v="1288" actId="20577"/>
          <ac:spMkLst>
            <pc:docMk/>
            <pc:sldMk cId="133273263" sldId="262"/>
            <ac:spMk id="9" creationId="{03419EA7-5ED6-6EF9-EFC8-FED3E5575585}"/>
          </ac:spMkLst>
        </pc:spChg>
      </pc:sldChg>
    </pc:docChg>
  </pc:docChgLst>
  <pc:docChgLst>
    <pc:chgData name="Sylvia Peña Guzman" userId="35331990-7c95-4586-bb75-ba5411fab683" providerId="ADAL" clId="{E4FC3920-9D4D-416C-B0BA-50954BEBF319}"/>
    <pc:docChg chg="undo custSel modSld">
      <pc:chgData name="Sylvia Peña Guzman" userId="35331990-7c95-4586-bb75-ba5411fab683" providerId="ADAL" clId="{E4FC3920-9D4D-416C-B0BA-50954BEBF319}" dt="2024-07-19T23:28:39.851" v="384" actId="20577"/>
      <pc:docMkLst>
        <pc:docMk/>
      </pc:docMkLst>
      <pc:sldChg chg="modSp mod">
        <pc:chgData name="Sylvia Peña Guzman" userId="35331990-7c95-4586-bb75-ba5411fab683" providerId="ADAL" clId="{E4FC3920-9D4D-416C-B0BA-50954BEBF319}" dt="2024-07-03T18:15:25.539" v="244" actId="20577"/>
        <pc:sldMkLst>
          <pc:docMk/>
          <pc:sldMk cId="2610591342" sldId="257"/>
        </pc:sldMkLst>
        <pc:spChg chg="mod">
          <ac:chgData name="Sylvia Peña Guzman" userId="35331990-7c95-4586-bb75-ba5411fab683" providerId="ADAL" clId="{E4FC3920-9D4D-416C-B0BA-50954BEBF319}" dt="2024-07-03T18:15:14.066" v="238" actId="20577"/>
          <ac:spMkLst>
            <pc:docMk/>
            <pc:sldMk cId="2610591342" sldId="257"/>
            <ac:spMk id="7" creationId="{AE38E5BA-9DC9-4CE0-1638-221761E76230}"/>
          </ac:spMkLst>
        </pc:spChg>
        <pc:spChg chg="mod">
          <ac:chgData name="Sylvia Peña Guzman" userId="35331990-7c95-4586-bb75-ba5411fab683" providerId="ADAL" clId="{E4FC3920-9D4D-416C-B0BA-50954BEBF319}" dt="2024-07-03T18:15:19.662" v="242" actId="20577"/>
          <ac:spMkLst>
            <pc:docMk/>
            <pc:sldMk cId="2610591342" sldId="257"/>
            <ac:spMk id="8" creationId="{C5126201-0D5C-3382-E439-69CC1A70E097}"/>
          </ac:spMkLst>
        </pc:spChg>
        <pc:spChg chg="mod">
          <ac:chgData name="Sylvia Peña Guzman" userId="35331990-7c95-4586-bb75-ba5411fab683" providerId="ADAL" clId="{E4FC3920-9D4D-416C-B0BA-50954BEBF319}" dt="2024-07-03T18:15:25.539" v="244" actId="20577"/>
          <ac:spMkLst>
            <pc:docMk/>
            <pc:sldMk cId="2610591342" sldId="257"/>
            <ac:spMk id="9" creationId="{03419EA7-5ED6-6EF9-EFC8-FED3E5575585}"/>
          </ac:spMkLst>
        </pc:spChg>
      </pc:sldChg>
      <pc:sldChg chg="modSp mod">
        <pc:chgData name="Sylvia Peña Guzman" userId="35331990-7c95-4586-bb75-ba5411fab683" providerId="ADAL" clId="{E4FC3920-9D4D-416C-B0BA-50954BEBF319}" dt="2024-07-19T23:28:39.851" v="384" actId="20577"/>
        <pc:sldMkLst>
          <pc:docMk/>
          <pc:sldMk cId="133273263" sldId="262"/>
        </pc:sldMkLst>
        <pc:spChg chg="mod">
          <ac:chgData name="Sylvia Peña Guzman" userId="35331990-7c95-4586-bb75-ba5411fab683" providerId="ADAL" clId="{E4FC3920-9D4D-416C-B0BA-50954BEBF319}" dt="2024-07-19T23:28:39.851" v="384" actId="20577"/>
          <ac:spMkLst>
            <pc:docMk/>
            <pc:sldMk cId="133273263" sldId="262"/>
            <ac:spMk id="2" creationId="{8CC30D75-9D5E-FD38-8B7D-CCA154714F7B}"/>
          </ac:spMkLst>
        </pc:spChg>
        <pc:spChg chg="mod">
          <ac:chgData name="Sylvia Peña Guzman" userId="35331990-7c95-4586-bb75-ba5411fab683" providerId="ADAL" clId="{E4FC3920-9D4D-416C-B0BA-50954BEBF319}" dt="2024-07-19T23:14:30.960" v="278" actId="20577"/>
          <ac:spMkLst>
            <pc:docMk/>
            <pc:sldMk cId="133273263" sldId="262"/>
            <ac:spMk id="8" creationId="{C5126201-0D5C-3382-E439-69CC1A70E097}"/>
          </ac:spMkLst>
        </pc:spChg>
        <pc:spChg chg="mod">
          <ac:chgData name="Sylvia Peña Guzman" userId="35331990-7c95-4586-bb75-ba5411fab683" providerId="ADAL" clId="{E4FC3920-9D4D-416C-B0BA-50954BEBF319}" dt="2024-07-19T23:14:34.012" v="282" actId="20577"/>
          <ac:spMkLst>
            <pc:docMk/>
            <pc:sldMk cId="133273263" sldId="262"/>
            <ac:spMk id="9" creationId="{03419EA7-5ED6-6EF9-EFC8-FED3E5575585}"/>
          </ac:spMkLst>
        </pc:spChg>
      </pc:sldChg>
    </pc:docChg>
  </pc:docChgLst>
  <pc:docChgLst>
    <pc:chgData name="Sylvia Peña Guzman" userId="35331990-7c95-4586-bb75-ba5411fab683" providerId="ADAL" clId="{EBFB5E88-1E80-4C91-BAB3-4771E488DDD1}"/>
    <pc:docChg chg="undo custSel modSld">
      <pc:chgData name="Sylvia Peña Guzman" userId="35331990-7c95-4586-bb75-ba5411fab683" providerId="ADAL" clId="{EBFB5E88-1E80-4C91-BAB3-4771E488DDD1}" dt="2024-01-16T23:15:18.348" v="3601" actId="255"/>
      <pc:docMkLst>
        <pc:docMk/>
      </pc:docMkLst>
      <pc:sldChg chg="modSp mod">
        <pc:chgData name="Sylvia Peña Guzman" userId="35331990-7c95-4586-bb75-ba5411fab683" providerId="ADAL" clId="{EBFB5E88-1E80-4C91-BAB3-4771E488DDD1}" dt="2024-01-16T23:15:18.348" v="3601" actId="255"/>
        <pc:sldMkLst>
          <pc:docMk/>
          <pc:sldMk cId="2610591342" sldId="257"/>
        </pc:sldMkLst>
        <pc:spChg chg="mod">
          <ac:chgData name="Sylvia Peña Guzman" userId="35331990-7c95-4586-bb75-ba5411fab683" providerId="ADAL" clId="{EBFB5E88-1E80-4C91-BAB3-4771E488DDD1}" dt="2024-01-16T23:15:18.348" v="3601" actId="255"/>
          <ac:spMkLst>
            <pc:docMk/>
            <pc:sldMk cId="2610591342" sldId="257"/>
            <ac:spMk id="7" creationId="{AE38E5BA-9DC9-4CE0-1638-221761E76230}"/>
          </ac:spMkLst>
        </pc:spChg>
        <pc:spChg chg="mod">
          <ac:chgData name="Sylvia Peña Guzman" userId="35331990-7c95-4586-bb75-ba5411fab683" providerId="ADAL" clId="{EBFB5E88-1E80-4C91-BAB3-4771E488DDD1}" dt="2024-01-16T23:14:53.202" v="3551" actId="20577"/>
          <ac:spMkLst>
            <pc:docMk/>
            <pc:sldMk cId="2610591342" sldId="257"/>
            <ac:spMk id="8" creationId="{C5126201-0D5C-3382-E439-69CC1A70E097}"/>
          </ac:spMkLst>
        </pc:spChg>
        <pc:spChg chg="mod">
          <ac:chgData name="Sylvia Peña Guzman" userId="35331990-7c95-4586-bb75-ba5411fab683" providerId="ADAL" clId="{EBFB5E88-1E80-4C91-BAB3-4771E488DDD1}" dt="2024-01-16T23:15:01.822" v="3571" actId="20577"/>
          <ac:spMkLst>
            <pc:docMk/>
            <pc:sldMk cId="2610591342" sldId="257"/>
            <ac:spMk id="9" creationId="{03419EA7-5ED6-6EF9-EFC8-FED3E5575585}"/>
          </ac:spMkLst>
        </pc:spChg>
      </pc:sldChg>
      <pc:sldChg chg="modSp mod">
        <pc:chgData name="Sylvia Peña Guzman" userId="35331990-7c95-4586-bb75-ba5411fab683" providerId="ADAL" clId="{EBFB5E88-1E80-4C91-BAB3-4771E488DDD1}" dt="2024-01-11T17:38:17.211" v="3545" actId="20577"/>
        <pc:sldMkLst>
          <pc:docMk/>
          <pc:sldMk cId="133273263" sldId="262"/>
        </pc:sldMkLst>
        <pc:spChg chg="mod">
          <ac:chgData name="Sylvia Peña Guzman" userId="35331990-7c95-4586-bb75-ba5411fab683" providerId="ADAL" clId="{EBFB5E88-1E80-4C91-BAB3-4771E488DDD1}" dt="2024-01-11T17:38:17.211" v="3545" actId="20577"/>
          <ac:spMkLst>
            <pc:docMk/>
            <pc:sldMk cId="133273263" sldId="262"/>
            <ac:spMk id="2" creationId="{8CC30D75-9D5E-FD38-8B7D-CCA154714F7B}"/>
          </ac:spMkLst>
        </pc:spChg>
        <pc:spChg chg="mod">
          <ac:chgData name="Sylvia Peña Guzman" userId="35331990-7c95-4586-bb75-ba5411fab683" providerId="ADAL" clId="{EBFB5E88-1E80-4C91-BAB3-4771E488DDD1}" dt="2024-01-11T17:29:08.209" v="3436" actId="20577"/>
          <ac:spMkLst>
            <pc:docMk/>
            <pc:sldMk cId="133273263" sldId="262"/>
            <ac:spMk id="8" creationId="{C5126201-0D5C-3382-E439-69CC1A70E097}"/>
          </ac:spMkLst>
        </pc:spChg>
        <pc:spChg chg="mod">
          <ac:chgData name="Sylvia Peña Guzman" userId="35331990-7c95-4586-bb75-ba5411fab683" providerId="ADAL" clId="{EBFB5E88-1E80-4C91-BAB3-4771E488DDD1}" dt="2024-01-11T17:29:10.425" v="3440" actId="20577"/>
          <ac:spMkLst>
            <pc:docMk/>
            <pc:sldMk cId="133273263" sldId="262"/>
            <ac:spMk id="9" creationId="{03419EA7-5ED6-6EF9-EFC8-FED3E5575585}"/>
          </ac:spMkLst>
        </pc:spChg>
      </pc:sldChg>
    </pc:docChg>
  </pc:docChgLst>
  <pc:docChgLst>
    <pc:chgData name="Sylvia Peña Guzman" userId="35331990-7c95-4586-bb75-ba5411fab683" providerId="ADAL" clId="{2EDC66D2-A822-4A13-8577-4581164A4E42}"/>
    <pc:docChg chg="modSld">
      <pc:chgData name="Sylvia Peña Guzman" userId="35331990-7c95-4586-bb75-ba5411fab683" providerId="ADAL" clId="{2EDC66D2-A822-4A13-8577-4581164A4E42}" dt="2024-03-26T00:27:39.872" v="564" actId="20577"/>
      <pc:docMkLst>
        <pc:docMk/>
      </pc:docMkLst>
      <pc:sldChg chg="modSp mod">
        <pc:chgData name="Sylvia Peña Guzman" userId="35331990-7c95-4586-bb75-ba5411fab683" providerId="ADAL" clId="{2EDC66D2-A822-4A13-8577-4581164A4E42}" dt="2024-03-26T00:27:39.872" v="564" actId="20577"/>
        <pc:sldMkLst>
          <pc:docMk/>
          <pc:sldMk cId="2610591342" sldId="257"/>
        </pc:sldMkLst>
        <pc:spChg chg="mod">
          <ac:chgData name="Sylvia Peña Guzman" userId="35331990-7c95-4586-bb75-ba5411fab683" providerId="ADAL" clId="{2EDC66D2-A822-4A13-8577-4581164A4E42}" dt="2024-03-26T00:27:34.673" v="554" actId="403"/>
          <ac:spMkLst>
            <pc:docMk/>
            <pc:sldMk cId="2610591342" sldId="257"/>
            <ac:spMk id="7" creationId="{AE38E5BA-9DC9-4CE0-1638-221761E76230}"/>
          </ac:spMkLst>
        </pc:spChg>
        <pc:spChg chg="mod">
          <ac:chgData name="Sylvia Peña Guzman" userId="35331990-7c95-4586-bb75-ba5411fab683" providerId="ADAL" clId="{2EDC66D2-A822-4A13-8577-4581164A4E42}" dt="2024-03-26T00:27:37.178" v="560" actId="20577"/>
          <ac:spMkLst>
            <pc:docMk/>
            <pc:sldMk cId="2610591342" sldId="257"/>
            <ac:spMk id="8" creationId="{C5126201-0D5C-3382-E439-69CC1A70E097}"/>
          </ac:spMkLst>
        </pc:spChg>
        <pc:spChg chg="mod">
          <ac:chgData name="Sylvia Peña Guzman" userId="35331990-7c95-4586-bb75-ba5411fab683" providerId="ADAL" clId="{2EDC66D2-A822-4A13-8577-4581164A4E42}" dt="2024-03-26T00:27:39.872" v="564" actId="20577"/>
          <ac:spMkLst>
            <pc:docMk/>
            <pc:sldMk cId="2610591342" sldId="257"/>
            <ac:spMk id="9" creationId="{03419EA7-5ED6-6EF9-EFC8-FED3E5575585}"/>
          </ac:spMkLst>
        </pc:spChg>
      </pc:sldChg>
      <pc:sldChg chg="modSp mod">
        <pc:chgData name="Sylvia Peña Guzman" userId="35331990-7c95-4586-bb75-ba5411fab683" providerId="ADAL" clId="{2EDC66D2-A822-4A13-8577-4581164A4E42}" dt="2024-03-09T20:27:21.987" v="450" actId="20577"/>
        <pc:sldMkLst>
          <pc:docMk/>
          <pc:sldMk cId="133273263" sldId="262"/>
        </pc:sldMkLst>
        <pc:spChg chg="mod">
          <ac:chgData name="Sylvia Peña Guzman" userId="35331990-7c95-4586-bb75-ba5411fab683" providerId="ADAL" clId="{2EDC66D2-A822-4A13-8577-4581164A4E42}" dt="2024-03-09T20:27:21.987" v="450" actId="20577"/>
          <ac:spMkLst>
            <pc:docMk/>
            <pc:sldMk cId="133273263" sldId="262"/>
            <ac:spMk id="2" creationId="{8CC30D75-9D5E-FD38-8B7D-CCA154714F7B}"/>
          </ac:spMkLst>
        </pc:spChg>
        <pc:spChg chg="mod">
          <ac:chgData name="Sylvia Peña Guzman" userId="35331990-7c95-4586-bb75-ba5411fab683" providerId="ADAL" clId="{2EDC66D2-A822-4A13-8577-4581164A4E42}" dt="2024-03-09T20:23:43.037" v="347" actId="20577"/>
          <ac:spMkLst>
            <pc:docMk/>
            <pc:sldMk cId="133273263" sldId="262"/>
            <ac:spMk id="8" creationId="{C5126201-0D5C-3382-E439-69CC1A70E097}"/>
          </ac:spMkLst>
        </pc:spChg>
        <pc:spChg chg="mod">
          <ac:chgData name="Sylvia Peña Guzman" userId="35331990-7c95-4586-bb75-ba5411fab683" providerId="ADAL" clId="{2EDC66D2-A822-4A13-8577-4581164A4E42}" dt="2024-03-08T20:10:47.739" v="216" actId="20577"/>
          <ac:spMkLst>
            <pc:docMk/>
            <pc:sldMk cId="133273263" sldId="262"/>
            <ac:spMk id="9" creationId="{03419EA7-5ED6-6EF9-EFC8-FED3E5575585}"/>
          </ac:spMkLst>
        </pc:spChg>
      </pc:sldChg>
    </pc:docChg>
  </pc:docChgLst>
  <pc:docChgLst>
    <pc:chgData name="Sylvia Peña Guzman" userId="35331990-7c95-4586-bb75-ba5411fab683" providerId="ADAL" clId="{B00B05F2-99A7-48FD-8114-3EF0E75D763E}"/>
    <pc:docChg chg="undo custSel modSld">
      <pc:chgData name="Sylvia Peña Guzman" userId="35331990-7c95-4586-bb75-ba5411fab683" providerId="ADAL" clId="{B00B05F2-99A7-48FD-8114-3EF0E75D763E}" dt="2024-10-02T18:58:15.027" v="359" actId="255"/>
      <pc:docMkLst>
        <pc:docMk/>
      </pc:docMkLst>
      <pc:sldChg chg="addSp delSp modSp mod">
        <pc:chgData name="Sylvia Peña Guzman" userId="35331990-7c95-4586-bb75-ba5411fab683" providerId="ADAL" clId="{B00B05F2-99A7-48FD-8114-3EF0E75D763E}" dt="2024-10-02T18:58:15.027" v="359" actId="255"/>
        <pc:sldMkLst>
          <pc:docMk/>
          <pc:sldMk cId="2610591342" sldId="257"/>
        </pc:sldMkLst>
        <pc:spChg chg="mod">
          <ac:chgData name="Sylvia Peña Guzman" userId="35331990-7c95-4586-bb75-ba5411fab683" providerId="ADAL" clId="{B00B05F2-99A7-48FD-8114-3EF0E75D763E}" dt="2024-10-02T18:58:15.027" v="359" actId="255"/>
          <ac:spMkLst>
            <pc:docMk/>
            <pc:sldMk cId="2610591342" sldId="257"/>
            <ac:spMk id="7" creationId="{AE38E5BA-9DC9-4CE0-1638-221761E76230}"/>
          </ac:spMkLst>
        </pc:spChg>
        <pc:spChg chg="add del mod">
          <ac:chgData name="Sylvia Peña Guzman" userId="35331990-7c95-4586-bb75-ba5411fab683" providerId="ADAL" clId="{B00B05F2-99A7-48FD-8114-3EF0E75D763E}" dt="2024-10-02T18:58:02.906" v="334" actId="20577"/>
          <ac:spMkLst>
            <pc:docMk/>
            <pc:sldMk cId="2610591342" sldId="257"/>
            <ac:spMk id="8" creationId="{C5126201-0D5C-3382-E439-69CC1A70E097}"/>
          </ac:spMkLst>
        </pc:spChg>
        <pc:spChg chg="mod">
          <ac:chgData name="Sylvia Peña Guzman" userId="35331990-7c95-4586-bb75-ba5411fab683" providerId="ADAL" clId="{B00B05F2-99A7-48FD-8114-3EF0E75D763E}" dt="2024-10-02T18:50:30.266" v="85" actId="20577"/>
          <ac:spMkLst>
            <pc:docMk/>
            <pc:sldMk cId="2610591342" sldId="257"/>
            <ac:spMk id="9" creationId="{03419EA7-5ED6-6EF9-EFC8-FED3E5575585}"/>
          </ac:spMkLst>
        </pc:spChg>
      </pc:sldChg>
    </pc:docChg>
  </pc:docChgLst>
  <pc:docChgLst>
    <pc:chgData name="Sylvia Peña Guzman" userId="35331990-7c95-4586-bb75-ba5411fab683" providerId="ADAL" clId="{6DCF503F-A5D4-4280-8778-426DEBCCC9C0}"/>
    <pc:docChg chg="undo custSel modSld">
      <pc:chgData name="Sylvia Peña Guzman" userId="35331990-7c95-4586-bb75-ba5411fab683" providerId="ADAL" clId="{6DCF503F-A5D4-4280-8778-426DEBCCC9C0}" dt="2024-02-09T23:56:57.744" v="159" actId="20577"/>
      <pc:docMkLst>
        <pc:docMk/>
      </pc:docMkLst>
      <pc:sldChg chg="modSp mod">
        <pc:chgData name="Sylvia Peña Guzman" userId="35331990-7c95-4586-bb75-ba5411fab683" providerId="ADAL" clId="{6DCF503F-A5D4-4280-8778-426DEBCCC9C0}" dt="2024-02-09T23:56:57.744" v="159" actId="20577"/>
        <pc:sldMkLst>
          <pc:docMk/>
          <pc:sldMk cId="2610591342" sldId="257"/>
        </pc:sldMkLst>
        <pc:spChg chg="mod">
          <ac:chgData name="Sylvia Peña Guzman" userId="35331990-7c95-4586-bb75-ba5411fab683" providerId="ADAL" clId="{6DCF503F-A5D4-4280-8778-426DEBCCC9C0}" dt="2024-02-09T23:56:50.195" v="145" actId="20577"/>
          <ac:spMkLst>
            <pc:docMk/>
            <pc:sldMk cId="2610591342" sldId="257"/>
            <ac:spMk id="7" creationId="{AE38E5BA-9DC9-4CE0-1638-221761E76230}"/>
          </ac:spMkLst>
        </pc:spChg>
        <pc:spChg chg="mod">
          <ac:chgData name="Sylvia Peña Guzman" userId="35331990-7c95-4586-bb75-ba5411fab683" providerId="ADAL" clId="{6DCF503F-A5D4-4280-8778-426DEBCCC9C0}" dt="2024-02-09T23:56:52.395" v="147" actId="20577"/>
          <ac:spMkLst>
            <pc:docMk/>
            <pc:sldMk cId="2610591342" sldId="257"/>
            <ac:spMk id="8" creationId="{C5126201-0D5C-3382-E439-69CC1A70E097}"/>
          </ac:spMkLst>
        </pc:spChg>
        <pc:spChg chg="mod">
          <ac:chgData name="Sylvia Peña Guzman" userId="35331990-7c95-4586-bb75-ba5411fab683" providerId="ADAL" clId="{6DCF503F-A5D4-4280-8778-426DEBCCC9C0}" dt="2024-02-09T23:56:57.744" v="159" actId="20577"/>
          <ac:spMkLst>
            <pc:docMk/>
            <pc:sldMk cId="2610591342" sldId="257"/>
            <ac:spMk id="9" creationId="{03419EA7-5ED6-6EF9-EFC8-FED3E5575585}"/>
          </ac:spMkLst>
        </pc:spChg>
      </pc:sldChg>
    </pc:docChg>
  </pc:docChgLst>
  <pc:docChgLst>
    <pc:chgData name="Sylvia Peña Guzman" userId="35331990-7c95-4586-bb75-ba5411fab683" providerId="ADAL" clId="{4FC43642-4F2F-4E4E-B024-02994605C2BE}"/>
    <pc:docChg chg="modSld">
      <pc:chgData name="Sylvia Peña Guzman" userId="35331990-7c95-4586-bb75-ba5411fab683" providerId="ADAL" clId="{4FC43642-4F2F-4E4E-B024-02994605C2BE}" dt="2024-10-24T23:35:16.009" v="46" actId="20577"/>
      <pc:docMkLst>
        <pc:docMk/>
      </pc:docMkLst>
      <pc:sldChg chg="modSp mod">
        <pc:chgData name="Sylvia Peña Guzman" userId="35331990-7c95-4586-bb75-ba5411fab683" providerId="ADAL" clId="{4FC43642-4F2F-4E4E-B024-02994605C2BE}" dt="2024-10-24T23:35:16.009" v="46" actId="20577"/>
        <pc:sldMkLst>
          <pc:docMk/>
          <pc:sldMk cId="2610591342" sldId="257"/>
        </pc:sldMkLst>
        <pc:spChg chg="mod">
          <ac:chgData name="Sylvia Peña Guzman" userId="35331990-7c95-4586-bb75-ba5411fab683" providerId="ADAL" clId="{4FC43642-4F2F-4E4E-B024-02994605C2BE}" dt="2024-10-24T23:35:02.719" v="27" actId="20577"/>
          <ac:spMkLst>
            <pc:docMk/>
            <pc:sldMk cId="2610591342" sldId="257"/>
            <ac:spMk id="7" creationId="{AE38E5BA-9DC9-4CE0-1638-221761E76230}"/>
          </ac:spMkLst>
        </pc:spChg>
        <pc:spChg chg="mod">
          <ac:chgData name="Sylvia Peña Guzman" userId="35331990-7c95-4586-bb75-ba5411fab683" providerId="ADAL" clId="{4FC43642-4F2F-4E4E-B024-02994605C2BE}" dt="2024-10-24T23:35:08.739" v="29" actId="20577"/>
          <ac:spMkLst>
            <pc:docMk/>
            <pc:sldMk cId="2610591342" sldId="257"/>
            <ac:spMk id="8" creationId="{C5126201-0D5C-3382-E439-69CC1A70E097}"/>
          </ac:spMkLst>
        </pc:spChg>
        <pc:spChg chg="mod">
          <ac:chgData name="Sylvia Peña Guzman" userId="35331990-7c95-4586-bb75-ba5411fab683" providerId="ADAL" clId="{4FC43642-4F2F-4E4E-B024-02994605C2BE}" dt="2024-10-24T23:35:16.009" v="46" actId="20577"/>
          <ac:spMkLst>
            <pc:docMk/>
            <pc:sldMk cId="2610591342" sldId="257"/>
            <ac:spMk id="9" creationId="{03419EA7-5ED6-6EF9-EFC8-FED3E557558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3381" y="319302"/>
            <a:ext cx="2300288" cy="679250"/>
          </a:xfrm>
        </p:spPr>
        <p:txBody>
          <a:bodyPr anchor="b"/>
          <a:lstStyle>
            <a:lvl1pPr algn="ctr">
              <a:defRPr sz="15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3381" y="1024747"/>
            <a:ext cx="2300288" cy="471049"/>
          </a:xfrm>
        </p:spPr>
        <p:txBody>
          <a:bodyPr/>
          <a:lstStyle>
            <a:lvl1pPr marL="0" indent="0" algn="ctr">
              <a:buNone/>
              <a:defRPr sz="604"/>
            </a:lvl1pPr>
            <a:lvl2pPr marL="115032" indent="0" algn="ctr">
              <a:buNone/>
              <a:defRPr sz="503"/>
            </a:lvl2pPr>
            <a:lvl3pPr marL="230063" indent="0" algn="ctr">
              <a:buNone/>
              <a:defRPr sz="453"/>
            </a:lvl3pPr>
            <a:lvl4pPr marL="345095" indent="0" algn="ctr">
              <a:buNone/>
              <a:defRPr sz="403"/>
            </a:lvl4pPr>
            <a:lvl5pPr marL="460126" indent="0" algn="ctr">
              <a:buNone/>
              <a:defRPr sz="403"/>
            </a:lvl5pPr>
            <a:lvl6pPr marL="575158" indent="0" algn="ctr">
              <a:buNone/>
              <a:defRPr sz="403"/>
            </a:lvl6pPr>
            <a:lvl7pPr marL="690189" indent="0" algn="ctr">
              <a:buNone/>
              <a:defRPr sz="403"/>
            </a:lvl7pPr>
            <a:lvl8pPr marL="805221" indent="0" algn="ctr">
              <a:buNone/>
              <a:defRPr sz="403"/>
            </a:lvl8pPr>
            <a:lvl9pPr marL="920252" indent="0" algn="ctr">
              <a:buNone/>
              <a:defRPr sz="40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109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5085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262" y="486405"/>
            <a:ext cx="2645331" cy="811577"/>
          </a:xfrm>
        </p:spPr>
        <p:txBody>
          <a:bodyPr anchor="b"/>
          <a:lstStyle>
            <a:lvl1pPr>
              <a:defRPr sz="15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9262" y="1305660"/>
            <a:ext cx="2645331" cy="426789"/>
          </a:xfrm>
        </p:spPr>
        <p:txBody>
          <a:bodyPr/>
          <a:lstStyle>
            <a:lvl1pPr marL="0" indent="0">
              <a:buNone/>
              <a:defRPr sz="604">
                <a:solidFill>
                  <a:schemeClr val="tx1">
                    <a:tint val="75000"/>
                  </a:schemeClr>
                </a:solidFill>
              </a:defRPr>
            </a:lvl1pPr>
            <a:lvl2pPr marL="115032" indent="0">
              <a:buNone/>
              <a:defRPr sz="503">
                <a:solidFill>
                  <a:schemeClr val="tx1">
                    <a:tint val="75000"/>
                  </a:schemeClr>
                </a:solidFill>
              </a:defRPr>
            </a:lvl2pPr>
            <a:lvl3pPr marL="230063" indent="0">
              <a:buNone/>
              <a:defRPr sz="453">
                <a:solidFill>
                  <a:schemeClr val="tx1">
                    <a:tint val="75000"/>
                  </a:schemeClr>
                </a:solidFill>
              </a:defRPr>
            </a:lvl3pPr>
            <a:lvl4pPr marL="345095" indent="0">
              <a:buNone/>
              <a:defRPr sz="403">
                <a:solidFill>
                  <a:schemeClr val="tx1">
                    <a:tint val="75000"/>
                  </a:schemeClr>
                </a:solidFill>
              </a:defRPr>
            </a:lvl4pPr>
            <a:lvl5pPr marL="460126" indent="0">
              <a:buNone/>
              <a:defRPr sz="403">
                <a:solidFill>
                  <a:schemeClr val="tx1">
                    <a:tint val="75000"/>
                  </a:schemeClr>
                </a:solidFill>
              </a:defRPr>
            </a:lvl5pPr>
            <a:lvl6pPr marL="575158" indent="0">
              <a:buNone/>
              <a:defRPr sz="403">
                <a:solidFill>
                  <a:schemeClr val="tx1">
                    <a:tint val="75000"/>
                  </a:schemeClr>
                </a:solidFill>
              </a:defRPr>
            </a:lvl6pPr>
            <a:lvl7pPr marL="690189" indent="0">
              <a:buNone/>
              <a:defRPr sz="403">
                <a:solidFill>
                  <a:schemeClr val="tx1">
                    <a:tint val="75000"/>
                  </a:schemeClr>
                </a:solidFill>
              </a:defRPr>
            </a:lvl7pPr>
            <a:lvl8pPr marL="805221" indent="0">
              <a:buNone/>
              <a:defRPr sz="403">
                <a:solidFill>
                  <a:schemeClr val="tx1">
                    <a:tint val="75000"/>
                  </a:schemeClr>
                </a:solidFill>
              </a:defRPr>
            </a:lvl8pPr>
            <a:lvl9pPr marL="920252" indent="0">
              <a:buNone/>
              <a:defRPr sz="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6638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0860" y="519373"/>
            <a:ext cx="1303496" cy="12379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2694" y="519373"/>
            <a:ext cx="1303496" cy="12379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527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59" y="103875"/>
            <a:ext cx="2645331" cy="37711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1259" y="478276"/>
            <a:ext cx="1297506" cy="234395"/>
          </a:xfrm>
        </p:spPr>
        <p:txBody>
          <a:bodyPr anchor="b"/>
          <a:lstStyle>
            <a:lvl1pPr marL="0" indent="0">
              <a:buNone/>
              <a:defRPr sz="604" b="1"/>
            </a:lvl1pPr>
            <a:lvl2pPr marL="115032" indent="0">
              <a:buNone/>
              <a:defRPr sz="503" b="1"/>
            </a:lvl2pPr>
            <a:lvl3pPr marL="230063" indent="0">
              <a:buNone/>
              <a:defRPr sz="453" b="1"/>
            </a:lvl3pPr>
            <a:lvl4pPr marL="345095" indent="0">
              <a:buNone/>
              <a:defRPr sz="403" b="1"/>
            </a:lvl4pPr>
            <a:lvl5pPr marL="460126" indent="0">
              <a:buNone/>
              <a:defRPr sz="403" b="1"/>
            </a:lvl5pPr>
            <a:lvl6pPr marL="575158" indent="0">
              <a:buNone/>
              <a:defRPr sz="403" b="1"/>
            </a:lvl6pPr>
            <a:lvl7pPr marL="690189" indent="0">
              <a:buNone/>
              <a:defRPr sz="403" b="1"/>
            </a:lvl7pPr>
            <a:lvl8pPr marL="805221" indent="0">
              <a:buNone/>
              <a:defRPr sz="403" b="1"/>
            </a:lvl8pPr>
            <a:lvl9pPr marL="920252" indent="0">
              <a:buNone/>
              <a:defRPr sz="40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1259" y="712671"/>
            <a:ext cx="1297506" cy="104823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52694" y="478276"/>
            <a:ext cx="1303896" cy="234395"/>
          </a:xfrm>
        </p:spPr>
        <p:txBody>
          <a:bodyPr anchor="b"/>
          <a:lstStyle>
            <a:lvl1pPr marL="0" indent="0">
              <a:buNone/>
              <a:defRPr sz="604" b="1"/>
            </a:lvl1pPr>
            <a:lvl2pPr marL="115032" indent="0">
              <a:buNone/>
              <a:defRPr sz="503" b="1"/>
            </a:lvl2pPr>
            <a:lvl3pPr marL="230063" indent="0">
              <a:buNone/>
              <a:defRPr sz="453" b="1"/>
            </a:lvl3pPr>
            <a:lvl4pPr marL="345095" indent="0">
              <a:buNone/>
              <a:defRPr sz="403" b="1"/>
            </a:lvl4pPr>
            <a:lvl5pPr marL="460126" indent="0">
              <a:buNone/>
              <a:defRPr sz="403" b="1"/>
            </a:lvl5pPr>
            <a:lvl6pPr marL="575158" indent="0">
              <a:buNone/>
              <a:defRPr sz="403" b="1"/>
            </a:lvl6pPr>
            <a:lvl7pPr marL="690189" indent="0">
              <a:buNone/>
              <a:defRPr sz="403" b="1"/>
            </a:lvl7pPr>
            <a:lvl8pPr marL="805221" indent="0">
              <a:buNone/>
              <a:defRPr sz="403" b="1"/>
            </a:lvl8pPr>
            <a:lvl9pPr marL="920252" indent="0">
              <a:buNone/>
              <a:defRPr sz="40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52694" y="712671"/>
            <a:ext cx="1303896" cy="104823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77135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844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52450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59" y="130069"/>
            <a:ext cx="989203" cy="455242"/>
          </a:xfrm>
        </p:spPr>
        <p:txBody>
          <a:bodyPr anchor="b"/>
          <a:lstStyle>
            <a:lvl1pPr>
              <a:defRPr sz="80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3896" y="280913"/>
            <a:ext cx="1552694" cy="1386502"/>
          </a:xfrm>
        </p:spPr>
        <p:txBody>
          <a:bodyPr/>
          <a:lstStyle>
            <a:lvl1pPr>
              <a:defRPr sz="805"/>
            </a:lvl1pPr>
            <a:lvl2pPr>
              <a:defRPr sz="704"/>
            </a:lvl2pPr>
            <a:lvl3pPr>
              <a:defRPr sz="604"/>
            </a:lvl3pPr>
            <a:lvl4pPr>
              <a:defRPr sz="503"/>
            </a:lvl4pPr>
            <a:lvl5pPr>
              <a:defRPr sz="503"/>
            </a:lvl5pPr>
            <a:lvl6pPr>
              <a:defRPr sz="503"/>
            </a:lvl6pPr>
            <a:lvl7pPr>
              <a:defRPr sz="503"/>
            </a:lvl7pPr>
            <a:lvl8pPr>
              <a:defRPr sz="503"/>
            </a:lvl8pPr>
            <a:lvl9pPr>
              <a:defRPr sz="50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259" y="585311"/>
            <a:ext cx="989203" cy="1084362"/>
          </a:xfrm>
        </p:spPr>
        <p:txBody>
          <a:bodyPr/>
          <a:lstStyle>
            <a:lvl1pPr marL="0" indent="0">
              <a:buNone/>
              <a:defRPr sz="403"/>
            </a:lvl1pPr>
            <a:lvl2pPr marL="115032" indent="0">
              <a:buNone/>
              <a:defRPr sz="352"/>
            </a:lvl2pPr>
            <a:lvl3pPr marL="230063" indent="0">
              <a:buNone/>
              <a:defRPr sz="302"/>
            </a:lvl3pPr>
            <a:lvl4pPr marL="345095" indent="0">
              <a:buNone/>
              <a:defRPr sz="252"/>
            </a:lvl4pPr>
            <a:lvl5pPr marL="460126" indent="0">
              <a:buNone/>
              <a:defRPr sz="252"/>
            </a:lvl5pPr>
            <a:lvl6pPr marL="575158" indent="0">
              <a:buNone/>
              <a:defRPr sz="252"/>
            </a:lvl6pPr>
            <a:lvl7pPr marL="690189" indent="0">
              <a:buNone/>
              <a:defRPr sz="252"/>
            </a:lvl7pPr>
            <a:lvl8pPr marL="805221" indent="0">
              <a:buNone/>
              <a:defRPr sz="252"/>
            </a:lvl8pPr>
            <a:lvl9pPr marL="920252" indent="0">
              <a:buNone/>
              <a:defRPr sz="25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3152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1259" y="130069"/>
            <a:ext cx="989203" cy="455242"/>
          </a:xfrm>
        </p:spPr>
        <p:txBody>
          <a:bodyPr anchor="b"/>
          <a:lstStyle>
            <a:lvl1pPr>
              <a:defRPr sz="80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03896" y="280913"/>
            <a:ext cx="1552694" cy="1386502"/>
          </a:xfrm>
        </p:spPr>
        <p:txBody>
          <a:bodyPr anchor="t"/>
          <a:lstStyle>
            <a:lvl1pPr marL="0" indent="0">
              <a:buNone/>
              <a:defRPr sz="805"/>
            </a:lvl1pPr>
            <a:lvl2pPr marL="115032" indent="0">
              <a:buNone/>
              <a:defRPr sz="704"/>
            </a:lvl2pPr>
            <a:lvl3pPr marL="230063" indent="0">
              <a:buNone/>
              <a:defRPr sz="604"/>
            </a:lvl3pPr>
            <a:lvl4pPr marL="345095" indent="0">
              <a:buNone/>
              <a:defRPr sz="503"/>
            </a:lvl4pPr>
            <a:lvl5pPr marL="460126" indent="0">
              <a:buNone/>
              <a:defRPr sz="503"/>
            </a:lvl5pPr>
            <a:lvl6pPr marL="575158" indent="0">
              <a:buNone/>
              <a:defRPr sz="503"/>
            </a:lvl6pPr>
            <a:lvl7pPr marL="690189" indent="0">
              <a:buNone/>
              <a:defRPr sz="503"/>
            </a:lvl7pPr>
            <a:lvl8pPr marL="805221" indent="0">
              <a:buNone/>
              <a:defRPr sz="503"/>
            </a:lvl8pPr>
            <a:lvl9pPr marL="920252" indent="0">
              <a:buNone/>
              <a:defRPr sz="50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1259" y="585311"/>
            <a:ext cx="989203" cy="1084362"/>
          </a:xfrm>
        </p:spPr>
        <p:txBody>
          <a:bodyPr/>
          <a:lstStyle>
            <a:lvl1pPr marL="0" indent="0">
              <a:buNone/>
              <a:defRPr sz="403"/>
            </a:lvl1pPr>
            <a:lvl2pPr marL="115032" indent="0">
              <a:buNone/>
              <a:defRPr sz="352"/>
            </a:lvl2pPr>
            <a:lvl3pPr marL="230063" indent="0">
              <a:buNone/>
              <a:defRPr sz="302"/>
            </a:lvl3pPr>
            <a:lvl4pPr marL="345095" indent="0">
              <a:buNone/>
              <a:defRPr sz="252"/>
            </a:lvl4pPr>
            <a:lvl5pPr marL="460126" indent="0">
              <a:buNone/>
              <a:defRPr sz="252"/>
            </a:lvl5pPr>
            <a:lvl6pPr marL="575158" indent="0">
              <a:buNone/>
              <a:defRPr sz="252"/>
            </a:lvl6pPr>
            <a:lvl7pPr marL="690189" indent="0">
              <a:buNone/>
              <a:defRPr sz="252"/>
            </a:lvl7pPr>
            <a:lvl8pPr marL="805221" indent="0">
              <a:buNone/>
              <a:defRPr sz="252"/>
            </a:lvl8pPr>
            <a:lvl9pPr marL="920252" indent="0">
              <a:buNone/>
              <a:defRPr sz="25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043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27383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94857" y="103874"/>
            <a:ext cx="661333" cy="16534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0860" y="103874"/>
            <a:ext cx="1945660" cy="16534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1965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0860" y="103875"/>
            <a:ext cx="2645331" cy="377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60" y="519373"/>
            <a:ext cx="2645331" cy="12379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10860" y="1808323"/>
            <a:ext cx="690086" cy="10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FE631-94B6-49AF-AEBF-C326E6E3E029}" type="datetimeFigureOut">
              <a:rPr lang="es-MX" smtClean="0"/>
              <a:t>11/03/2026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15961" y="1808323"/>
            <a:ext cx="1035129" cy="10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66104" y="1808323"/>
            <a:ext cx="690086" cy="103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3D664-3D0A-46A3-B87E-BB59FCB95B0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869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30063" rtl="0" eaLnBrk="1" latinLnBrk="0" hangingPunct="1">
        <a:lnSpc>
          <a:spcPct val="90000"/>
        </a:lnSpc>
        <a:spcBef>
          <a:spcPct val="0"/>
        </a:spcBef>
        <a:buNone/>
        <a:defRPr sz="11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516" indent="-57516" algn="l" defTabSz="230063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704" kern="1200">
          <a:solidFill>
            <a:schemeClr val="tx1"/>
          </a:solidFill>
          <a:latin typeface="+mn-lt"/>
          <a:ea typeface="+mn-ea"/>
          <a:cs typeface="+mn-cs"/>
        </a:defRPr>
      </a:lvl1pPr>
      <a:lvl2pPr marL="172547" indent="-57516" algn="l" defTabSz="230063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604" kern="1200">
          <a:solidFill>
            <a:schemeClr val="tx1"/>
          </a:solidFill>
          <a:latin typeface="+mn-lt"/>
          <a:ea typeface="+mn-ea"/>
          <a:cs typeface="+mn-cs"/>
        </a:defRPr>
      </a:lvl2pPr>
      <a:lvl3pPr marL="287579" indent="-57516" algn="l" defTabSz="230063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503" kern="1200">
          <a:solidFill>
            <a:schemeClr val="tx1"/>
          </a:solidFill>
          <a:latin typeface="+mn-lt"/>
          <a:ea typeface="+mn-ea"/>
          <a:cs typeface="+mn-cs"/>
        </a:defRPr>
      </a:lvl3pPr>
      <a:lvl4pPr marL="402610" indent="-57516" algn="l" defTabSz="230063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3" kern="1200">
          <a:solidFill>
            <a:schemeClr val="tx1"/>
          </a:solidFill>
          <a:latin typeface="+mn-lt"/>
          <a:ea typeface="+mn-ea"/>
          <a:cs typeface="+mn-cs"/>
        </a:defRPr>
      </a:lvl4pPr>
      <a:lvl5pPr marL="517642" indent="-57516" algn="l" defTabSz="230063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3" kern="1200">
          <a:solidFill>
            <a:schemeClr val="tx1"/>
          </a:solidFill>
          <a:latin typeface="+mn-lt"/>
          <a:ea typeface="+mn-ea"/>
          <a:cs typeface="+mn-cs"/>
        </a:defRPr>
      </a:lvl5pPr>
      <a:lvl6pPr marL="632673" indent="-57516" algn="l" defTabSz="230063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3" kern="1200">
          <a:solidFill>
            <a:schemeClr val="tx1"/>
          </a:solidFill>
          <a:latin typeface="+mn-lt"/>
          <a:ea typeface="+mn-ea"/>
          <a:cs typeface="+mn-cs"/>
        </a:defRPr>
      </a:lvl6pPr>
      <a:lvl7pPr marL="747705" indent="-57516" algn="l" defTabSz="230063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3" kern="1200">
          <a:solidFill>
            <a:schemeClr val="tx1"/>
          </a:solidFill>
          <a:latin typeface="+mn-lt"/>
          <a:ea typeface="+mn-ea"/>
          <a:cs typeface="+mn-cs"/>
        </a:defRPr>
      </a:lvl7pPr>
      <a:lvl8pPr marL="862736" indent="-57516" algn="l" defTabSz="230063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3" kern="1200">
          <a:solidFill>
            <a:schemeClr val="tx1"/>
          </a:solidFill>
          <a:latin typeface="+mn-lt"/>
          <a:ea typeface="+mn-ea"/>
          <a:cs typeface="+mn-cs"/>
        </a:defRPr>
      </a:lvl8pPr>
      <a:lvl9pPr marL="977768" indent="-57516" algn="l" defTabSz="230063" rtl="0" eaLnBrk="1" latinLnBrk="0" hangingPunct="1">
        <a:lnSpc>
          <a:spcPct val="90000"/>
        </a:lnSpc>
        <a:spcBef>
          <a:spcPts val="126"/>
        </a:spcBef>
        <a:buFont typeface="Arial" panose="020B0604020202020204" pitchFamily="34" charset="0"/>
        <a:buChar char="•"/>
        <a:defRPr sz="45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0063" rtl="0" eaLnBrk="1" latinLnBrk="0" hangingPunct="1">
        <a:defRPr sz="453" kern="1200">
          <a:solidFill>
            <a:schemeClr val="tx1"/>
          </a:solidFill>
          <a:latin typeface="+mn-lt"/>
          <a:ea typeface="+mn-ea"/>
          <a:cs typeface="+mn-cs"/>
        </a:defRPr>
      </a:lvl1pPr>
      <a:lvl2pPr marL="115032" algn="l" defTabSz="230063" rtl="0" eaLnBrk="1" latinLnBrk="0" hangingPunct="1">
        <a:defRPr sz="453" kern="1200">
          <a:solidFill>
            <a:schemeClr val="tx1"/>
          </a:solidFill>
          <a:latin typeface="+mn-lt"/>
          <a:ea typeface="+mn-ea"/>
          <a:cs typeface="+mn-cs"/>
        </a:defRPr>
      </a:lvl2pPr>
      <a:lvl3pPr marL="230063" algn="l" defTabSz="230063" rtl="0" eaLnBrk="1" latinLnBrk="0" hangingPunct="1">
        <a:defRPr sz="453" kern="1200">
          <a:solidFill>
            <a:schemeClr val="tx1"/>
          </a:solidFill>
          <a:latin typeface="+mn-lt"/>
          <a:ea typeface="+mn-ea"/>
          <a:cs typeface="+mn-cs"/>
        </a:defRPr>
      </a:lvl3pPr>
      <a:lvl4pPr marL="345095" algn="l" defTabSz="230063" rtl="0" eaLnBrk="1" latinLnBrk="0" hangingPunct="1">
        <a:defRPr sz="453" kern="1200">
          <a:solidFill>
            <a:schemeClr val="tx1"/>
          </a:solidFill>
          <a:latin typeface="+mn-lt"/>
          <a:ea typeface="+mn-ea"/>
          <a:cs typeface="+mn-cs"/>
        </a:defRPr>
      </a:lvl4pPr>
      <a:lvl5pPr marL="460126" algn="l" defTabSz="230063" rtl="0" eaLnBrk="1" latinLnBrk="0" hangingPunct="1">
        <a:defRPr sz="453" kern="1200">
          <a:solidFill>
            <a:schemeClr val="tx1"/>
          </a:solidFill>
          <a:latin typeface="+mn-lt"/>
          <a:ea typeface="+mn-ea"/>
          <a:cs typeface="+mn-cs"/>
        </a:defRPr>
      </a:lvl5pPr>
      <a:lvl6pPr marL="575158" algn="l" defTabSz="230063" rtl="0" eaLnBrk="1" latinLnBrk="0" hangingPunct="1">
        <a:defRPr sz="453" kern="1200">
          <a:solidFill>
            <a:schemeClr val="tx1"/>
          </a:solidFill>
          <a:latin typeface="+mn-lt"/>
          <a:ea typeface="+mn-ea"/>
          <a:cs typeface="+mn-cs"/>
        </a:defRPr>
      </a:lvl6pPr>
      <a:lvl7pPr marL="690189" algn="l" defTabSz="230063" rtl="0" eaLnBrk="1" latinLnBrk="0" hangingPunct="1">
        <a:defRPr sz="453" kern="1200">
          <a:solidFill>
            <a:schemeClr val="tx1"/>
          </a:solidFill>
          <a:latin typeface="+mn-lt"/>
          <a:ea typeface="+mn-ea"/>
          <a:cs typeface="+mn-cs"/>
        </a:defRPr>
      </a:lvl7pPr>
      <a:lvl8pPr marL="805221" algn="l" defTabSz="230063" rtl="0" eaLnBrk="1" latinLnBrk="0" hangingPunct="1">
        <a:defRPr sz="453" kern="1200">
          <a:solidFill>
            <a:schemeClr val="tx1"/>
          </a:solidFill>
          <a:latin typeface="+mn-lt"/>
          <a:ea typeface="+mn-ea"/>
          <a:cs typeface="+mn-cs"/>
        </a:defRPr>
      </a:lvl8pPr>
      <a:lvl9pPr marL="920252" algn="l" defTabSz="230063" rtl="0" eaLnBrk="1" latinLnBrk="0" hangingPunct="1">
        <a:defRPr sz="4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909DEDA-1010-3B90-BF73-9918A65860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3067050" cy="195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137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71BD-7BD3-F7A0-A808-FC37A4C31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4AEA850-AD97-7981-12AB-9D1E593AD6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3067050" cy="195103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4FDC720-3496-1146-C555-D5D3833C8345}"/>
              </a:ext>
            </a:extLst>
          </p:cNvPr>
          <p:cNvSpPr txBox="1"/>
          <p:nvPr/>
        </p:nvSpPr>
        <p:spPr>
          <a:xfrm>
            <a:off x="643296" y="571717"/>
            <a:ext cx="244340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LOPEZ AMARILLAS MAXIMILIANO</a:t>
            </a:r>
            <a:endParaRPr lang="es-MX" sz="600" b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DE448F5-2060-50C8-3A22-C6D5FA92C565}"/>
              </a:ext>
            </a:extLst>
          </p:cNvPr>
          <p:cNvSpPr txBox="1"/>
          <p:nvPr/>
        </p:nvSpPr>
        <p:spPr>
          <a:xfrm>
            <a:off x="1226157" y="848716"/>
            <a:ext cx="12469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00" b="1" dirty="0"/>
              <a:t>MEM-SDA249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B86EF4-4B79-EF03-D535-79CD7B9523E6}"/>
              </a:ext>
            </a:extLst>
          </p:cNvPr>
          <p:cNvSpPr txBox="1"/>
          <p:nvPr/>
        </p:nvSpPr>
        <p:spPr>
          <a:xfrm>
            <a:off x="1241545" y="1142484"/>
            <a:ext cx="12469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00" b="1" dirty="0"/>
              <a:t>11 DE MARZO DE 2027</a:t>
            </a:r>
          </a:p>
        </p:txBody>
      </p:sp>
    </p:spTree>
    <p:extLst>
      <p:ext uri="{BB962C8B-B14F-4D97-AF65-F5344CB8AC3E}">
        <p14:creationId xmlns:p14="http://schemas.microsoft.com/office/powerpoint/2010/main" val="48724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465B226-A026-340C-9701-A2F1D6F529D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3067050" cy="195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56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4F4D9-D80F-A513-4838-82718B5DC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857D926-D888-B7BD-C800-EC1DCCC537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3067050" cy="195103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A0AADCEC-4BA5-A72B-A8EE-2D5CE0FF4072}"/>
              </a:ext>
            </a:extLst>
          </p:cNvPr>
          <p:cNvSpPr txBox="1"/>
          <p:nvPr/>
        </p:nvSpPr>
        <p:spPr>
          <a:xfrm>
            <a:off x="1265927" y="857165"/>
            <a:ext cx="12469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700" b="1" dirty="0"/>
              <a:t>MEM-SDA178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30E552F-84C3-A7F5-C058-0EF7790BB988}"/>
              </a:ext>
            </a:extLst>
          </p:cNvPr>
          <p:cNvSpPr txBox="1"/>
          <p:nvPr/>
        </p:nvSpPr>
        <p:spPr>
          <a:xfrm>
            <a:off x="1241545" y="1142484"/>
            <a:ext cx="12469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00" b="1" dirty="0"/>
              <a:t>22 DE MAYO DE 2026</a:t>
            </a:r>
            <a:endParaRPr lang="es-MX" sz="700" b="1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98B776B-E33C-B124-AF42-FD5D23CC7D05}"/>
              </a:ext>
            </a:extLst>
          </p:cNvPr>
          <p:cNvSpPr txBox="1"/>
          <p:nvPr/>
        </p:nvSpPr>
        <p:spPr>
          <a:xfrm>
            <a:off x="1108836" y="568036"/>
            <a:ext cx="15211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" b="1" dirty="0"/>
              <a:t>SANCHEZ STOCKON OSVALDO PAUL</a:t>
            </a:r>
          </a:p>
        </p:txBody>
      </p:sp>
    </p:spTree>
    <p:extLst>
      <p:ext uri="{BB962C8B-B14F-4D97-AF65-F5344CB8AC3E}">
        <p14:creationId xmlns:p14="http://schemas.microsoft.com/office/powerpoint/2010/main" val="35642781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13060</TotalTime>
  <Words>19</Words>
  <Application>Microsoft Office PowerPoint</Application>
  <PresentationFormat>Personalizado</PresentationFormat>
  <Paragraphs>6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Raymur Alejandro Peralta Garcia</dc:creator>
  <cp:lastModifiedBy>Alejandra Cecilia Cantu Mejia</cp:lastModifiedBy>
  <cp:revision>45</cp:revision>
  <cp:lastPrinted>2026-03-11T18:25:45Z</cp:lastPrinted>
  <dcterms:created xsi:type="dcterms:W3CDTF">2023-02-24T22:49:28Z</dcterms:created>
  <dcterms:modified xsi:type="dcterms:W3CDTF">2026-03-11T22:42:35Z</dcterms:modified>
</cp:coreProperties>
</file>